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docMetadata/LabelInfo.xml" ContentType="application/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_rels/slideMaster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6.xml" ContentType="application/vnd.openxmlformats-officedocument.theme+xml"/>
  <Override PartName="/ppt/theme/theme15.xml" ContentType="application/vnd.openxmlformats-officedocument.theme+xml"/>
  <Override PartName="/ppt/theme/theme5.xml" ContentType="application/vnd.openxmlformats-officedocument.theme+xml"/>
  <Override PartName="/ppt/theme/theme14.xml" ContentType="application/vnd.openxmlformats-officedocument.theme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media/image13.png" ContentType="image/png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</p:sldMasterIdLst>
  <p:notesMasterIdLst>
    <p:notesMasterId r:id="rId18"/>
  </p:notes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PK" sz="1800" spc="-1" strike="noStrike">
                <a:solidFill>
                  <a:schemeClr val="dk1"/>
                </a:solidFill>
                <a:latin typeface="Arial"/>
              </a:rPr>
              <a:t>Click to move the slide</a:t>
            </a:r>
            <a:endParaRPr b="0" lang="en-PK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 type="dt" idx="3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PlaceHolder 5"/>
          <p:cNvSpPr>
            <a:spLocks noGrp="1"/>
          </p:cNvSpPr>
          <p:nvPr>
            <p:ph type="ftr" idx="3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PlaceHolder 6"/>
          <p:cNvSpPr>
            <a:spLocks noGrp="1"/>
          </p:cNvSpPr>
          <p:nvPr>
            <p:ph type="sldNum" idx="3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1C6044D-7AA6-4191-93C7-2C76F20694C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943BDF2-7A16-4922-9FFC-BF7CF7FA94E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01322F5-2AFB-4144-832A-6D0645B56D6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2F14A32-43DA-4DDE-BDEB-1F902C490455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4B3028F-D3BD-4440-9E41-5AF217D89B8F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6A23848-986B-4BE3-88D9-EE3F7BD12C3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797364C-DA3B-4BF2-9401-0F38977DAB0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2267640" y="1408320"/>
            <a:ext cx="64004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PK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84760E-0506-473C-90B7-56EED0E6791D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8C4F1F54-EDD2-4E6B-84A0-D6121071C1C7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66C61B1A-1793-4FA6-B260-39EE53E34E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A1A6FA8A-095E-4728-8AE4-D70A795DDE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9A3A8194-524A-4502-9890-C783406388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D8AE2DB5-D04E-4F84-96BB-357D1846E5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2267640" y="1408320"/>
            <a:ext cx="64004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PK" sz="18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PK" sz="28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E68D206-4D1C-4F0B-8A51-25533CE68922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wo column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A52C8C8-EBDB-4A48-BF30-DA839BCD7C2D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two column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2ED00984-BA44-4E77-A4EB-5BFA704B420A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dark ba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76899961-D269-4AC1-88F7-F46D052A870C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ree content on th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160C191-D176-4485-9056-3219FC13A5B4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on th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778C53DE-BA8A-480A-B81D-59BC8BAC90F4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on the righ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35FAED9-DC2E-47FD-9FBD-9401CD139C1A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267640" y="1408320"/>
            <a:ext cx="64004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7500"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7200" spc="-1" strike="noStrike" cap="all">
                <a:solidFill>
                  <a:schemeClr val="lt1"/>
                </a:solidFill>
                <a:latin typeface="Arial"/>
              </a:rPr>
              <a:t>Click to edit Master title style</a:t>
            </a:r>
            <a:endParaRPr b="0" lang="en-PK" sz="7200" spc="-1" strike="noStrike">
              <a:solidFill>
                <a:schemeClr val="dk1"/>
              </a:solidFill>
              <a:latin typeface="Arial"/>
            </a:endParaRPr>
          </a:p>
        </p:txBody>
      </p:sp>
      <p:grpSp>
        <p:nvGrpSpPr>
          <p:cNvPr id="1" name="Group 6"/>
          <p:cNvGrpSpPr/>
          <p:nvPr/>
        </p:nvGrpSpPr>
        <p:grpSpPr>
          <a:xfrm>
            <a:off x="3979440" y="5801400"/>
            <a:ext cx="8221680" cy="0"/>
            <a:chOff x="3979440" y="5801400"/>
            <a:chExt cx="8221680" cy="0"/>
          </a:xfrm>
        </p:grpSpPr>
        <p:cxnSp>
          <p:nvCxnSpPr>
            <p:cNvPr id="2" name="Straight Connector 7"/>
            <p:cNvCxnSpPr/>
            <p:nvPr/>
          </p:nvCxnSpPr>
          <p:spPr>
            <a:xfrm>
              <a:off x="3979440" y="5801400"/>
              <a:ext cx="6054480" cy="360"/>
            </a:xfrm>
            <a:prstGeom prst="straightConnector1">
              <a:avLst/>
            </a:prstGeom>
            <a:ln w="57150">
              <a:solidFill>
                <a:srgbClr val="ffffff"/>
              </a:solidFill>
            </a:ln>
          </p:spPr>
        </p:cxnSp>
        <p:cxnSp>
          <p:nvCxnSpPr>
            <p:cNvPr id="3" name="Straight Connector 8"/>
            <p:cNvCxnSpPr/>
            <p:nvPr/>
          </p:nvCxnSpPr>
          <p:spPr>
            <a:xfrm>
              <a:off x="10029240" y="5801400"/>
              <a:ext cx="2172240" cy="360"/>
            </a:xfrm>
            <a:prstGeom prst="straightConnector1">
              <a:avLst/>
            </a:prstGeom>
            <a:ln w="57150">
              <a:solidFill>
                <a:srgbClr val="be937e"/>
              </a:solidFill>
            </a:ln>
          </p:spPr>
        </p:cxnSp>
      </p:grp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PK" sz="2800" spc="-1" strike="noStrike">
                <a:solidFill>
                  <a:schemeClr val="dk2"/>
                </a:solidFill>
                <a:latin typeface="Arial"/>
              </a:rPr>
              <a:t>Click to edit the outline text format</a:t>
            </a:r>
            <a:endParaRPr b="0" lang="en-PK" sz="2800" spc="-1" strike="noStrike">
              <a:solidFill>
                <a:schemeClr val="dk2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PK" sz="2000" spc="-1" strike="noStrike">
                <a:solidFill>
                  <a:schemeClr val="dk2"/>
                </a:solidFill>
                <a:latin typeface="Arial"/>
              </a:rPr>
              <a:t>Second Outline Level</a:t>
            </a:r>
            <a:endParaRPr b="0" lang="en-PK" sz="2000" spc="-1" strike="noStrike">
              <a:solidFill>
                <a:schemeClr val="dk2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PK" sz="1800" spc="-1" strike="noStrike">
                <a:solidFill>
                  <a:schemeClr val="dk2"/>
                </a:solidFill>
                <a:latin typeface="Arial"/>
              </a:rPr>
              <a:t>Third Outline Level</a:t>
            </a:r>
            <a:endParaRPr b="0" lang="en-PK" sz="1800" spc="-1" strike="noStrike">
              <a:solidFill>
                <a:schemeClr val="dk2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PK" sz="1600" spc="-1" strike="noStrike">
                <a:solidFill>
                  <a:schemeClr val="dk2"/>
                </a:solidFill>
                <a:latin typeface="Arial"/>
              </a:rPr>
              <a:t>Fourth Outline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PK" sz="2000" spc="-1" strike="noStrike">
                <a:solidFill>
                  <a:schemeClr val="dk2"/>
                </a:solidFill>
                <a:latin typeface="Arial"/>
              </a:rPr>
              <a:t>Fifth Outline Level</a:t>
            </a:r>
            <a:endParaRPr b="0" lang="en-PK" sz="2000" spc="-1" strike="noStrike">
              <a:solidFill>
                <a:schemeClr val="dk2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PK" sz="2000" spc="-1" strike="noStrike">
                <a:solidFill>
                  <a:schemeClr val="dk2"/>
                </a:solidFill>
                <a:latin typeface="Arial"/>
              </a:rPr>
              <a:t>Sixth Outline Level</a:t>
            </a:r>
            <a:endParaRPr b="0" lang="en-PK" sz="2000" spc="-1" strike="noStrike">
              <a:solidFill>
                <a:schemeClr val="dk2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PK" sz="2000" spc="-1" strike="noStrike">
                <a:solidFill>
                  <a:schemeClr val="dk2"/>
                </a:solidFill>
                <a:latin typeface="Arial"/>
              </a:rPr>
              <a:t>Seventh Outline Level</a:t>
            </a:r>
            <a:endParaRPr b="0" lang="en-PK" sz="2000" spc="-1" strike="noStrike">
              <a:solidFill>
                <a:schemeClr val="dk2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ftr" idx="1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ldNum" idx="2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29AABB2-F715-4C64-9808-FCE1F2B609F1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title"/>
          </p:nvPr>
        </p:nvSpPr>
        <p:spPr>
          <a:xfrm>
            <a:off x="2295000" y="1463040"/>
            <a:ext cx="7497720" cy="70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grpSp>
        <p:nvGrpSpPr>
          <p:cNvPr id="10" name="Group 8"/>
          <p:cNvGrpSpPr/>
          <p:nvPr/>
        </p:nvGrpSpPr>
        <p:grpSpPr>
          <a:xfrm>
            <a:off x="2400120" y="2535840"/>
            <a:ext cx="9801000" cy="720"/>
            <a:chOff x="2400120" y="2535840"/>
            <a:chExt cx="9801000" cy="720"/>
          </a:xfrm>
        </p:grpSpPr>
        <p:cxnSp>
          <p:nvCxnSpPr>
            <p:cNvPr id="11" name="Straight Connector 9"/>
            <p:cNvCxnSpPr/>
            <p:nvPr/>
          </p:nvCxnSpPr>
          <p:spPr>
            <a:xfrm>
              <a:off x="2400120" y="2535840"/>
              <a:ext cx="7391880" cy="360"/>
            </a:xfrm>
            <a:prstGeom prst="straightConnector1">
              <a:avLst/>
            </a:prstGeom>
            <a:ln w="57150">
              <a:solidFill>
                <a:srgbClr val="e7e6e6"/>
              </a:solidFill>
            </a:ln>
          </p:spPr>
        </p:cxnSp>
        <p:cxnSp>
          <p:nvCxnSpPr>
            <p:cNvPr id="12" name="Straight Connector 10"/>
            <p:cNvCxnSpPr/>
            <p:nvPr/>
          </p:nvCxnSpPr>
          <p:spPr>
            <a:xfrm>
              <a:off x="9789840" y="2536560"/>
              <a:ext cx="2411640" cy="360"/>
            </a:xfrm>
            <a:prstGeom prst="straightConnector1">
              <a:avLst/>
            </a:prstGeom>
            <a:ln w="57150">
              <a:solidFill>
                <a:srgbClr val="3b4546"/>
              </a:solidFill>
            </a:ln>
          </p:spPr>
        </p:cxnSp>
      </p:grp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2322720" y="297180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body"/>
          </p:nvPr>
        </p:nvSpPr>
        <p:spPr>
          <a:xfrm>
            <a:off x="2322720" y="444384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body"/>
          </p:nvPr>
        </p:nvSpPr>
        <p:spPr>
          <a:xfrm>
            <a:off x="2020680" y="3401640"/>
            <a:ext cx="8379000" cy="974880"/>
          </a:xfrm>
          <a:prstGeom prst="rect">
            <a:avLst/>
          </a:prstGeom>
          <a:noFill/>
          <a:ln w="0">
            <a:noFill/>
          </a:ln>
        </p:spPr>
        <p:txBody>
          <a:bodyPr numCol="2" spcCol="91440"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6" name="PlaceHolder 7"/>
          <p:cNvSpPr>
            <a:spLocks noGrp="1"/>
          </p:cNvSpPr>
          <p:nvPr>
            <p:ph type="body"/>
          </p:nvPr>
        </p:nvSpPr>
        <p:spPr>
          <a:xfrm>
            <a:off x="2020680" y="4901040"/>
            <a:ext cx="8379000" cy="974880"/>
          </a:xfrm>
          <a:prstGeom prst="rect">
            <a:avLst/>
          </a:prstGeom>
          <a:noFill/>
          <a:ln w="0">
            <a:noFill/>
          </a:ln>
        </p:spPr>
        <p:txBody>
          <a:bodyPr numCol="2" spcCol="91440"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ftr" idx="3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ldNum" idx="4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335C8F-0B0B-4EF2-B048-1DAAABF423F2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title"/>
          </p:nvPr>
        </p:nvSpPr>
        <p:spPr>
          <a:xfrm>
            <a:off x="603360" y="1463040"/>
            <a:ext cx="10871280" cy="70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49080" y="2980800"/>
            <a:ext cx="3282480" cy="110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334400" y="2980800"/>
            <a:ext cx="3282480" cy="110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65760" y="4114800"/>
            <a:ext cx="3282480" cy="974880"/>
          </a:xfrm>
          <a:prstGeom prst="rect">
            <a:avLst/>
          </a:prstGeom>
          <a:noFill/>
          <a:ln w="0">
            <a:noFill/>
          </a:ln>
        </p:spPr>
        <p:txBody>
          <a:bodyPr numCol="1" spcCol="91440"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4005000" y="4114800"/>
            <a:ext cx="3282480" cy="974880"/>
          </a:xfrm>
          <a:prstGeom prst="rect">
            <a:avLst/>
          </a:prstGeom>
          <a:noFill/>
          <a:ln w="0">
            <a:noFill/>
          </a:ln>
        </p:spPr>
        <p:txBody>
          <a:bodyPr numCol="1" spcCol="91440"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grpSp>
        <p:nvGrpSpPr>
          <p:cNvPr id="24" name="Group 15"/>
          <p:cNvGrpSpPr/>
          <p:nvPr/>
        </p:nvGrpSpPr>
        <p:grpSpPr>
          <a:xfrm>
            <a:off x="716760" y="2526840"/>
            <a:ext cx="10758240" cy="1800"/>
            <a:chOff x="716760" y="2526840"/>
            <a:chExt cx="10758240" cy="1800"/>
          </a:xfrm>
        </p:grpSpPr>
        <p:cxnSp>
          <p:nvCxnSpPr>
            <p:cNvPr id="25" name="Straight Connector 16"/>
            <p:cNvCxnSpPr/>
            <p:nvPr/>
          </p:nvCxnSpPr>
          <p:spPr>
            <a:xfrm>
              <a:off x="716760" y="2526840"/>
              <a:ext cx="6384600" cy="360"/>
            </a:xfrm>
            <a:prstGeom prst="straightConnector1">
              <a:avLst/>
            </a:prstGeom>
            <a:ln w="57150">
              <a:solidFill>
                <a:srgbClr val="ede9e6"/>
              </a:solidFill>
            </a:ln>
          </p:spPr>
        </p:cxnSp>
        <p:cxnSp>
          <p:nvCxnSpPr>
            <p:cNvPr id="26" name="Straight Connector 17"/>
            <p:cNvCxnSpPr/>
            <p:nvPr/>
          </p:nvCxnSpPr>
          <p:spPr>
            <a:xfrm>
              <a:off x="7101000" y="2528640"/>
              <a:ext cx="4374360" cy="360"/>
            </a:xfrm>
            <a:prstGeom prst="straightConnector1">
              <a:avLst/>
            </a:prstGeom>
            <a:ln w="57150">
              <a:solidFill>
                <a:srgbClr val="3b4546"/>
              </a:solidFill>
            </a:ln>
          </p:spPr>
        </p:cxnSp>
      </p:grpSp>
      <p:sp>
        <p:nvSpPr>
          <p:cNvPr id="27" name="PlaceHolder 8"/>
          <p:cNvSpPr>
            <a:spLocks noGrp="1"/>
          </p:cNvSpPr>
          <p:nvPr>
            <p:ph type="body"/>
          </p:nvPr>
        </p:nvSpPr>
        <p:spPr>
          <a:xfrm>
            <a:off x="8266320" y="2980800"/>
            <a:ext cx="3282480" cy="110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28" name="PlaceHolder 9"/>
          <p:cNvSpPr>
            <a:spLocks noGrp="1"/>
          </p:cNvSpPr>
          <p:nvPr>
            <p:ph type="body"/>
          </p:nvPr>
        </p:nvSpPr>
        <p:spPr>
          <a:xfrm>
            <a:off x="7973640" y="4114800"/>
            <a:ext cx="3282480" cy="974880"/>
          </a:xfrm>
          <a:prstGeom prst="rect">
            <a:avLst/>
          </a:prstGeom>
          <a:noFill/>
          <a:ln w="0">
            <a:noFill/>
          </a:ln>
        </p:spPr>
        <p:txBody>
          <a:bodyPr numCol="1" spcCol="91440"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5"/>
          <p:cNvSpPr/>
          <p:nvPr/>
        </p:nvSpPr>
        <p:spPr>
          <a:xfrm>
            <a:off x="0" y="0"/>
            <a:ext cx="10019880" cy="68576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2313360" y="1426320"/>
            <a:ext cx="6674760" cy="170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7200" spc="-1" strike="noStrike" cap="all">
                <a:solidFill>
                  <a:schemeClr val="lt1"/>
                </a:solidFill>
                <a:latin typeface="Arial"/>
              </a:rPr>
              <a:t>Click to edit Master title style</a:t>
            </a:r>
            <a:endParaRPr b="0" lang="en-PK" sz="7200" spc="-1" strike="noStrike">
              <a:solidFill>
                <a:schemeClr val="dk1"/>
              </a:solidFill>
              <a:latin typeface="Arial"/>
            </a:endParaRPr>
          </a:p>
        </p:txBody>
      </p:sp>
      <p:grpSp>
        <p:nvGrpSpPr>
          <p:cNvPr id="31" name="Group 6"/>
          <p:cNvGrpSpPr/>
          <p:nvPr/>
        </p:nvGrpSpPr>
        <p:grpSpPr>
          <a:xfrm>
            <a:off x="3979440" y="5799240"/>
            <a:ext cx="8212320" cy="0"/>
            <a:chOff x="3979440" y="5799240"/>
            <a:chExt cx="8212320" cy="0"/>
          </a:xfrm>
        </p:grpSpPr>
        <p:cxnSp>
          <p:nvCxnSpPr>
            <p:cNvPr id="32" name="Straight Connector 7"/>
            <p:cNvCxnSpPr/>
            <p:nvPr/>
          </p:nvCxnSpPr>
          <p:spPr>
            <a:xfrm>
              <a:off x="3979440" y="5799240"/>
              <a:ext cx="6054480" cy="360"/>
            </a:xfrm>
            <a:prstGeom prst="straightConnector1">
              <a:avLst/>
            </a:prstGeom>
            <a:ln w="57150">
              <a:solidFill>
                <a:srgbClr val="ffffff"/>
              </a:solidFill>
            </a:ln>
          </p:spPr>
        </p:cxnSp>
        <p:cxnSp>
          <p:nvCxnSpPr>
            <p:cNvPr id="33" name="Straight Connector 8"/>
            <p:cNvCxnSpPr/>
            <p:nvPr/>
          </p:nvCxnSpPr>
          <p:spPr>
            <a:xfrm>
              <a:off x="10020240" y="5799240"/>
              <a:ext cx="2171880" cy="360"/>
            </a:xfrm>
            <a:prstGeom prst="straightConnector1">
              <a:avLst/>
            </a:prstGeom>
            <a:ln w="57150">
              <a:solidFill>
                <a:srgbClr val="3b4546"/>
              </a:solidFill>
            </a:ln>
          </p:spPr>
        </p:cxnSp>
      </p:grp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3877200" y="3383280"/>
            <a:ext cx="4754520" cy="20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  <a:p>
            <a:pPr indent="0" defTabSz="914400">
              <a:lnSpc>
                <a:spcPct val="150000"/>
              </a:lnSpc>
              <a:buNone/>
              <a:tabLst>
                <a:tab algn="l" pos="0"/>
              </a:tabLst>
            </a:pPr>
            <a:r>
              <a:rPr b="0" lang="en-US" sz="2200" spc="-1" strike="noStrike">
                <a:solidFill>
                  <a:schemeClr val="lt1"/>
                </a:solidFill>
                <a:latin typeface="Arial"/>
              </a:rPr>
              <a:t>Second level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6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7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122818-2F0C-4591-B283-8037B03F8E4B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title"/>
          </p:nvPr>
        </p:nvSpPr>
        <p:spPr>
          <a:xfrm>
            <a:off x="838080" y="1115280"/>
            <a:ext cx="1051524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44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4400" spc="-1" strike="noStrike">
              <a:solidFill>
                <a:schemeClr val="dk1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dt" idx="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9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10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38BA423-EFEB-49D9-A368-9368EE309685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32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3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3b4546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3b4546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28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3b4546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24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3b4546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2000" spc="-1" strike="noStrike">
              <a:solidFill>
                <a:schemeClr val="dk2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3b4546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2"/>
                </a:solidFill>
                <a:latin typeface="Arial"/>
              </a:rPr>
              <a:t>Fifth level</a:t>
            </a:r>
            <a:endParaRPr b="0" lang="en-PK" sz="20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1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12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13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60E8484-1D08-489D-A96C-F1830B464322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32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32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PK" sz="3200" spc="-1" strike="noStrike">
                <a:solidFill>
                  <a:schemeClr val="dk2"/>
                </a:solidFill>
                <a:latin typeface="Arial"/>
              </a:rPr>
              <a:t>Click to edit the outline text format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PK" sz="3200" spc="-1" strike="noStrike">
                <a:solidFill>
                  <a:schemeClr val="dk2"/>
                </a:solidFill>
                <a:latin typeface="Arial"/>
              </a:rPr>
              <a:t>Second Outline Level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PK" sz="3200" spc="-1" strike="noStrike">
                <a:solidFill>
                  <a:schemeClr val="dk2"/>
                </a:solidFill>
                <a:latin typeface="Arial"/>
              </a:rPr>
              <a:t>Third Outline Level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PK" sz="3200" spc="-1" strike="noStrike">
                <a:solidFill>
                  <a:schemeClr val="dk2"/>
                </a:solidFill>
                <a:latin typeface="Arial"/>
              </a:rPr>
              <a:t>Fourth Outline Level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PK" sz="3200" spc="-1" strike="noStrike">
                <a:solidFill>
                  <a:schemeClr val="dk2"/>
                </a:solidFill>
                <a:latin typeface="Arial"/>
              </a:rPr>
              <a:t>Fifth Outline Level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PK" sz="3200" spc="-1" strike="noStrike">
                <a:solidFill>
                  <a:schemeClr val="dk2"/>
                </a:solidFill>
                <a:latin typeface="Arial"/>
              </a:rPr>
              <a:t>Sixth Outline Level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PK" sz="3200" spc="-1" strike="noStrike">
                <a:solidFill>
                  <a:schemeClr val="dk2"/>
                </a:solidFill>
                <a:latin typeface="Arial"/>
              </a:rPr>
              <a:t>Seventh Outline Level</a:t>
            </a:r>
            <a:endParaRPr b="0" lang="en-PK" sz="3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1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15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16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D942B85-56CE-4BD8-8525-F7878E401DC7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>
            <a:lumMod val="60000"/>
            <a:lumOff val="4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2295000" y="1463040"/>
            <a:ext cx="7497720" cy="70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2322720" y="2953440"/>
            <a:ext cx="7470360" cy="329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Aft>
                <a:spcPts val="1500"/>
              </a:spcAft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PK" sz="20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ftr" idx="17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sldNum" idx="18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C7FE0B-93F1-44BE-B563-0776B741CB58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pSp>
        <p:nvGrpSpPr>
          <p:cNvPr id="58" name="Group 6"/>
          <p:cNvGrpSpPr/>
          <p:nvPr/>
        </p:nvGrpSpPr>
        <p:grpSpPr>
          <a:xfrm>
            <a:off x="2400120" y="2535840"/>
            <a:ext cx="9801000" cy="720"/>
            <a:chOff x="2400120" y="2535840"/>
            <a:chExt cx="9801000" cy="720"/>
          </a:xfrm>
        </p:grpSpPr>
        <p:cxnSp>
          <p:nvCxnSpPr>
            <p:cNvPr id="59" name="Straight Connector 7"/>
            <p:cNvCxnSpPr/>
            <p:nvPr/>
          </p:nvCxnSpPr>
          <p:spPr>
            <a:xfrm>
              <a:off x="2400120" y="2535840"/>
              <a:ext cx="7391880" cy="360"/>
            </a:xfrm>
            <a:prstGeom prst="straightConnector1">
              <a:avLst/>
            </a:prstGeom>
            <a:ln w="57150">
              <a:solidFill>
                <a:srgbClr val="e7e6e6"/>
              </a:solidFill>
            </a:ln>
          </p:spPr>
        </p:cxnSp>
        <p:cxnSp>
          <p:nvCxnSpPr>
            <p:cNvPr id="60" name="Straight Connector 8"/>
            <p:cNvCxnSpPr/>
            <p:nvPr/>
          </p:nvCxnSpPr>
          <p:spPr>
            <a:xfrm>
              <a:off x="9789840" y="2536560"/>
              <a:ext cx="2411640" cy="360"/>
            </a:xfrm>
            <a:prstGeom prst="straightConnector1">
              <a:avLst/>
            </a:prstGeom>
            <a:ln w="57150">
              <a:solidFill>
                <a:srgbClr val="3b4546"/>
              </a:solidFill>
            </a:ln>
          </p:spPr>
        </p:cxn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056840" y="1709640"/>
            <a:ext cx="729000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6000" spc="-1" strike="noStrike" cap="all">
                <a:solidFill>
                  <a:schemeClr val="lt1"/>
                </a:solidFill>
                <a:latin typeface="Arial"/>
              </a:rPr>
              <a:t>Click to edit Master title style</a:t>
            </a:r>
            <a:endParaRPr b="0" lang="en-PK" sz="6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056840" y="4589640"/>
            <a:ext cx="729000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PK" sz="2400" spc="-1" strike="noStrike">
              <a:solidFill>
                <a:schemeClr val="dk2"/>
              </a:solidFill>
              <a:latin typeface="Arial"/>
            </a:endParaRPr>
          </a:p>
        </p:txBody>
      </p:sp>
      <p:grpSp>
        <p:nvGrpSpPr>
          <p:cNvPr id="65" name="Group 6"/>
          <p:cNvGrpSpPr/>
          <p:nvPr/>
        </p:nvGrpSpPr>
        <p:grpSpPr>
          <a:xfrm>
            <a:off x="3979440" y="5801400"/>
            <a:ext cx="8221680" cy="0"/>
            <a:chOff x="3979440" y="5801400"/>
            <a:chExt cx="8221680" cy="0"/>
          </a:xfrm>
        </p:grpSpPr>
        <p:cxnSp>
          <p:nvCxnSpPr>
            <p:cNvPr id="66" name="Straight Connector 7"/>
            <p:cNvCxnSpPr/>
            <p:nvPr/>
          </p:nvCxnSpPr>
          <p:spPr>
            <a:xfrm>
              <a:off x="3979440" y="5801400"/>
              <a:ext cx="6054480" cy="360"/>
            </a:xfrm>
            <a:prstGeom prst="straightConnector1">
              <a:avLst/>
            </a:prstGeom>
            <a:ln w="57150">
              <a:solidFill>
                <a:srgbClr val="ffffff"/>
              </a:solidFill>
            </a:ln>
          </p:spPr>
        </p:cxnSp>
        <p:cxnSp>
          <p:nvCxnSpPr>
            <p:cNvPr id="67" name="Straight Connector 8"/>
            <p:cNvCxnSpPr/>
            <p:nvPr/>
          </p:nvCxnSpPr>
          <p:spPr>
            <a:xfrm>
              <a:off x="10029240" y="5801400"/>
              <a:ext cx="2172240" cy="360"/>
            </a:xfrm>
            <a:prstGeom prst="straightConnector1">
              <a:avLst/>
            </a:prstGeom>
            <a:ln w="57150">
              <a:solidFill>
                <a:srgbClr val="be937e"/>
              </a:solidFill>
            </a:ln>
          </p:spPr>
        </p:cxn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ftr" idx="19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20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62D911-F153-4AB2-9982-36D07648C670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Rectangle 5"/>
          <p:cNvSpPr/>
          <p:nvPr/>
        </p:nvSpPr>
        <p:spPr>
          <a:xfrm>
            <a:off x="0" y="722520"/>
            <a:ext cx="12191760" cy="54129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</a:endParaRPr>
          </a:p>
        </p:txBody>
      </p:sp>
      <p:cxnSp>
        <p:nvCxnSpPr>
          <p:cNvPr id="71" name="Straight Connector 6"/>
          <p:cNvCxnSpPr/>
          <p:nvPr/>
        </p:nvCxnSpPr>
        <p:spPr>
          <a:xfrm>
            <a:off x="4267080" y="2523600"/>
            <a:ext cx="7925040" cy="1080"/>
          </a:xfrm>
          <a:prstGeom prst="straightConnector1">
            <a:avLst/>
          </a:prstGeom>
          <a:ln w="57150">
            <a:solidFill>
              <a:srgbClr val="be937e"/>
            </a:solidFill>
          </a:ln>
        </p:spPr>
      </p:cxnSp>
      <p:cxnSp>
        <p:nvCxnSpPr>
          <p:cNvPr id="72" name="Straight Connector 7"/>
          <p:cNvCxnSpPr/>
          <p:nvPr/>
        </p:nvCxnSpPr>
        <p:spPr>
          <a:xfrm>
            <a:off x="723240" y="2523600"/>
            <a:ext cx="3544200" cy="360"/>
          </a:xfrm>
          <a:prstGeom prst="straightConnector1">
            <a:avLst/>
          </a:prstGeom>
          <a:ln w="57150">
            <a:solidFill>
              <a:srgbClr val="ede9e6"/>
            </a:solidFill>
          </a:ln>
        </p:spPr>
      </p:cxnSp>
      <p:sp>
        <p:nvSpPr>
          <p:cNvPr id="73" name="PlaceHolder 3"/>
          <p:cNvSpPr>
            <a:spLocks noGrp="1"/>
          </p:cNvSpPr>
          <p:nvPr>
            <p:ph type="title"/>
          </p:nvPr>
        </p:nvSpPr>
        <p:spPr>
          <a:xfrm>
            <a:off x="603360" y="1463040"/>
            <a:ext cx="1051524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lt1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649080" y="297180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236280" y="297180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body"/>
          </p:nvPr>
        </p:nvSpPr>
        <p:spPr>
          <a:xfrm>
            <a:off x="365760" y="3401640"/>
            <a:ext cx="511128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4" marL="20574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Fifth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body"/>
          </p:nvPr>
        </p:nvSpPr>
        <p:spPr>
          <a:xfrm>
            <a:off x="5943600" y="3401640"/>
            <a:ext cx="511128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4" marL="2057400" indent="-283320" defTabSz="914400">
              <a:lnSpc>
                <a:spcPct val="150000"/>
              </a:lnSpc>
              <a:buClr>
                <a:srgbClr val="ffffff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lt1"/>
                </a:solidFill>
                <a:latin typeface="Arial"/>
              </a:rPr>
              <a:t>Fifth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ftr" idx="21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ldNum" idx="22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67E769-BEB1-42EA-934D-299C84BC0600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Rectangle 5"/>
          <p:cNvSpPr/>
          <p:nvPr/>
        </p:nvSpPr>
        <p:spPr>
          <a:xfrm>
            <a:off x="0" y="722520"/>
            <a:ext cx="12191760" cy="541296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title"/>
          </p:nvPr>
        </p:nvSpPr>
        <p:spPr>
          <a:xfrm>
            <a:off x="603360" y="1463040"/>
            <a:ext cx="1051524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body"/>
          </p:nvPr>
        </p:nvSpPr>
        <p:spPr>
          <a:xfrm>
            <a:off x="649080" y="297180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6236280" y="297180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84" name="PlaceHolder 6"/>
          <p:cNvSpPr>
            <a:spLocks noGrp="1"/>
          </p:cNvSpPr>
          <p:nvPr>
            <p:ph type="body"/>
          </p:nvPr>
        </p:nvSpPr>
        <p:spPr>
          <a:xfrm>
            <a:off x="365760" y="340164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4" marL="20574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Fifth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85" name="PlaceHolder 7"/>
          <p:cNvSpPr>
            <a:spLocks noGrp="1"/>
          </p:cNvSpPr>
          <p:nvPr>
            <p:ph type="body"/>
          </p:nvPr>
        </p:nvSpPr>
        <p:spPr>
          <a:xfrm>
            <a:off x="5943600" y="340164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4" marL="20574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Fifth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grpSp>
        <p:nvGrpSpPr>
          <p:cNvPr id="86" name="Group 12"/>
          <p:cNvGrpSpPr/>
          <p:nvPr/>
        </p:nvGrpSpPr>
        <p:grpSpPr>
          <a:xfrm>
            <a:off x="726840" y="2521440"/>
            <a:ext cx="11480760" cy="0"/>
            <a:chOff x="726840" y="2521440"/>
            <a:chExt cx="11480760" cy="0"/>
          </a:xfrm>
        </p:grpSpPr>
        <p:cxnSp>
          <p:nvCxnSpPr>
            <p:cNvPr id="87" name="Straight Connector 15"/>
            <p:cNvCxnSpPr/>
            <p:nvPr/>
          </p:nvCxnSpPr>
          <p:spPr>
            <a:xfrm flipH="1">
              <a:off x="7452360" y="2521440"/>
              <a:ext cx="4755600" cy="360"/>
            </a:xfrm>
            <a:prstGeom prst="straightConnector1">
              <a:avLst/>
            </a:prstGeom>
            <a:ln w="57150">
              <a:solidFill>
                <a:srgbClr val="d0cdc5"/>
              </a:solidFill>
            </a:ln>
          </p:spPr>
        </p:cxnSp>
        <p:cxnSp>
          <p:nvCxnSpPr>
            <p:cNvPr id="88" name="Straight Connector 16"/>
            <p:cNvCxnSpPr/>
            <p:nvPr/>
          </p:nvCxnSpPr>
          <p:spPr>
            <a:xfrm flipH="1">
              <a:off x="726840" y="2521440"/>
              <a:ext cx="6742440" cy="360"/>
            </a:xfrm>
            <a:prstGeom prst="straightConnector1">
              <a:avLst/>
            </a:prstGeom>
            <a:ln w="57150">
              <a:solidFill>
                <a:srgbClr val="be937e"/>
              </a:solidFill>
            </a:ln>
          </p:spPr>
        </p:cxn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7"/>
          <p:cNvSpPr/>
          <p:nvPr/>
        </p:nvSpPr>
        <p:spPr>
          <a:xfrm>
            <a:off x="0" y="0"/>
            <a:ext cx="12191760" cy="3047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ftr" idx="23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5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5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ldNum" idx="24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5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789CF4-79BF-46FA-9EEE-632853D0E749}" type="slidenum">
              <a:rPr b="0" lang="en-US" sz="1200" spc="-1" strike="noStrike">
                <a:solidFill>
                  <a:schemeClr val="accent5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title"/>
          </p:nvPr>
        </p:nvSpPr>
        <p:spPr>
          <a:xfrm>
            <a:off x="603360" y="1463040"/>
            <a:ext cx="1051524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body"/>
          </p:nvPr>
        </p:nvSpPr>
        <p:spPr>
          <a:xfrm>
            <a:off x="649080" y="348372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body"/>
          </p:nvPr>
        </p:nvSpPr>
        <p:spPr>
          <a:xfrm>
            <a:off x="365760" y="393192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4" marL="20574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Fifth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95" name="PlaceHolder 6"/>
          <p:cNvSpPr>
            <a:spLocks noGrp="1"/>
          </p:cNvSpPr>
          <p:nvPr>
            <p:ph type="body"/>
          </p:nvPr>
        </p:nvSpPr>
        <p:spPr>
          <a:xfrm>
            <a:off x="5943600" y="393192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4" marL="20574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Fifth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grpSp>
        <p:nvGrpSpPr>
          <p:cNvPr id="96" name="Group 18"/>
          <p:cNvGrpSpPr/>
          <p:nvPr/>
        </p:nvGrpSpPr>
        <p:grpSpPr>
          <a:xfrm>
            <a:off x="11678400" y="1028520"/>
            <a:ext cx="0" cy="5829480"/>
            <a:chOff x="11678400" y="1028520"/>
            <a:chExt cx="0" cy="5829480"/>
          </a:xfrm>
        </p:grpSpPr>
        <p:cxnSp>
          <p:nvCxnSpPr>
            <p:cNvPr id="97" name="Straight Connector 19"/>
            <p:cNvCxnSpPr/>
            <p:nvPr/>
          </p:nvCxnSpPr>
          <p:spPr>
            <a:xfrm flipV="1">
              <a:off x="11678400" y="3047760"/>
              <a:ext cx="360" cy="3810600"/>
            </a:xfrm>
            <a:prstGeom prst="straightConnector1">
              <a:avLst/>
            </a:prstGeom>
            <a:ln w="44450">
              <a:solidFill>
                <a:srgbClr val="3b4546"/>
              </a:solidFill>
            </a:ln>
          </p:spPr>
        </p:cxnSp>
        <p:cxnSp>
          <p:nvCxnSpPr>
            <p:cNvPr id="98" name="Straight Connector 20"/>
            <p:cNvCxnSpPr/>
            <p:nvPr/>
          </p:nvCxnSpPr>
          <p:spPr>
            <a:xfrm flipV="1">
              <a:off x="11678400" y="1028520"/>
              <a:ext cx="360" cy="2019600"/>
            </a:xfrm>
            <a:prstGeom prst="straightConnector1">
              <a:avLst/>
            </a:prstGeom>
            <a:ln w="44450">
              <a:solidFill>
                <a:srgbClr val="ede9e6"/>
              </a:solidFill>
            </a:ln>
          </p:spPr>
        </p:cxn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7"/>
          <p:cNvSpPr/>
          <p:nvPr/>
        </p:nvSpPr>
        <p:spPr>
          <a:xfrm>
            <a:off x="8115480" y="0"/>
            <a:ext cx="4076280" cy="685764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2"/>
              </a:solidFill>
              <a:latin typeface="Arial"/>
            </a:endParaRPr>
          </a:p>
        </p:txBody>
      </p:sp>
      <p:grpSp>
        <p:nvGrpSpPr>
          <p:cNvPr id="100" name="Group 18"/>
          <p:cNvGrpSpPr/>
          <p:nvPr/>
        </p:nvGrpSpPr>
        <p:grpSpPr>
          <a:xfrm>
            <a:off x="6317640" y="4564800"/>
            <a:ext cx="5858280" cy="360"/>
            <a:chOff x="6317640" y="4564800"/>
            <a:chExt cx="5858280" cy="360"/>
          </a:xfrm>
        </p:grpSpPr>
        <p:cxnSp>
          <p:nvCxnSpPr>
            <p:cNvPr id="101" name="Straight Connector 19"/>
            <p:cNvCxnSpPr/>
            <p:nvPr/>
          </p:nvCxnSpPr>
          <p:spPr>
            <a:xfrm>
              <a:off x="6317640" y="4565160"/>
              <a:ext cx="1797840" cy="360"/>
            </a:xfrm>
            <a:prstGeom prst="straightConnector1">
              <a:avLst/>
            </a:prstGeom>
            <a:ln w="57150">
              <a:solidFill>
                <a:srgbClr val="3b4546"/>
              </a:solidFill>
            </a:ln>
          </p:spPr>
        </p:cxnSp>
        <p:cxnSp>
          <p:nvCxnSpPr>
            <p:cNvPr id="102" name="Straight Connector 20"/>
            <p:cNvCxnSpPr/>
            <p:nvPr/>
          </p:nvCxnSpPr>
          <p:spPr>
            <a:xfrm>
              <a:off x="8114760" y="4564800"/>
              <a:ext cx="4061520" cy="360"/>
            </a:xfrm>
            <a:prstGeom prst="straightConnector1">
              <a:avLst/>
            </a:prstGeom>
            <a:ln w="57150">
              <a:solidFill>
                <a:srgbClr val="ede9e6"/>
              </a:solidFill>
            </a:ln>
          </p:spPr>
        </p:cxnSp>
      </p:grpSp>
      <p:sp>
        <p:nvSpPr>
          <p:cNvPr id="103" name="PlaceHolder 1"/>
          <p:cNvSpPr>
            <a:spLocks noGrp="1"/>
          </p:cNvSpPr>
          <p:nvPr>
            <p:ph type="ftr" idx="25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sldNum" idx="26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027AC4-8AE0-4E29-84C8-27D94B779B2E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 type="title"/>
          </p:nvPr>
        </p:nvSpPr>
        <p:spPr>
          <a:xfrm>
            <a:off x="6217920" y="251460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 type="body"/>
          </p:nvPr>
        </p:nvSpPr>
        <p:spPr>
          <a:xfrm>
            <a:off x="631080" y="125280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07" name="PlaceHolder 5"/>
          <p:cNvSpPr>
            <a:spLocks noGrp="1"/>
          </p:cNvSpPr>
          <p:nvPr>
            <p:ph type="body"/>
          </p:nvPr>
        </p:nvSpPr>
        <p:spPr>
          <a:xfrm>
            <a:off x="631080" y="358452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08" name="PlaceHolder 6"/>
          <p:cNvSpPr>
            <a:spLocks noGrp="1"/>
          </p:cNvSpPr>
          <p:nvPr>
            <p:ph type="body"/>
          </p:nvPr>
        </p:nvSpPr>
        <p:spPr>
          <a:xfrm>
            <a:off x="365760" y="179208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09" name="PlaceHolder 7"/>
          <p:cNvSpPr>
            <a:spLocks noGrp="1"/>
          </p:cNvSpPr>
          <p:nvPr>
            <p:ph type="body"/>
          </p:nvPr>
        </p:nvSpPr>
        <p:spPr>
          <a:xfrm>
            <a:off x="365760" y="4123800"/>
            <a:ext cx="4754520" cy="941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10" name="PlaceHolder 8"/>
          <p:cNvSpPr>
            <a:spLocks noGrp="1"/>
          </p:cNvSpPr>
          <p:nvPr>
            <p:ph type="body"/>
          </p:nvPr>
        </p:nvSpPr>
        <p:spPr>
          <a:xfrm>
            <a:off x="631080" y="506592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11" name="PlaceHolder 9"/>
          <p:cNvSpPr>
            <a:spLocks noGrp="1"/>
          </p:cNvSpPr>
          <p:nvPr>
            <p:ph type="body"/>
          </p:nvPr>
        </p:nvSpPr>
        <p:spPr>
          <a:xfrm>
            <a:off x="365760" y="5605200"/>
            <a:ext cx="4754520" cy="114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5"/>
          <p:cNvSpPr/>
          <p:nvPr/>
        </p:nvSpPr>
        <p:spPr>
          <a:xfrm>
            <a:off x="-12600" y="720"/>
            <a:ext cx="3060360" cy="68569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Arial"/>
            </a:endParaRPr>
          </a:p>
        </p:txBody>
      </p:sp>
      <p:sp>
        <p:nvSpPr>
          <p:cNvPr id="113" name="PlaceHolder 1"/>
          <p:cNvSpPr>
            <a:spLocks noGrp="1"/>
          </p:cNvSpPr>
          <p:nvPr>
            <p:ph type="ftr" idx="27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ldNum" idx="28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6D992E-A152-4B2A-9CED-06C38A6FEB37}" type="slidenum">
              <a:rPr b="0" lang="en-US" sz="1200" spc="-1" strike="noStrike">
                <a:solidFill>
                  <a:schemeClr val="dk2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title"/>
          </p:nvPr>
        </p:nvSpPr>
        <p:spPr>
          <a:xfrm>
            <a:off x="667440" y="139896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 type="body"/>
          </p:nvPr>
        </p:nvSpPr>
        <p:spPr>
          <a:xfrm>
            <a:off x="6245280" y="125280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17" name="PlaceHolder 5"/>
          <p:cNvSpPr>
            <a:spLocks noGrp="1"/>
          </p:cNvSpPr>
          <p:nvPr>
            <p:ph type="body"/>
          </p:nvPr>
        </p:nvSpPr>
        <p:spPr>
          <a:xfrm>
            <a:off x="6245280" y="350208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18" name="PlaceHolder 6"/>
          <p:cNvSpPr>
            <a:spLocks noGrp="1"/>
          </p:cNvSpPr>
          <p:nvPr>
            <p:ph type="body"/>
          </p:nvPr>
        </p:nvSpPr>
        <p:spPr>
          <a:xfrm>
            <a:off x="5989320" y="179208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19" name="PlaceHolder 7"/>
          <p:cNvSpPr>
            <a:spLocks noGrp="1"/>
          </p:cNvSpPr>
          <p:nvPr>
            <p:ph type="body"/>
          </p:nvPr>
        </p:nvSpPr>
        <p:spPr>
          <a:xfrm>
            <a:off x="5989320" y="394092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3b454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dk2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grpSp>
        <p:nvGrpSpPr>
          <p:cNvPr id="120" name="Group 16"/>
          <p:cNvGrpSpPr/>
          <p:nvPr/>
        </p:nvGrpSpPr>
        <p:grpSpPr>
          <a:xfrm>
            <a:off x="-11880" y="3044880"/>
            <a:ext cx="4278960" cy="360"/>
            <a:chOff x="-11880" y="3044880"/>
            <a:chExt cx="4278960" cy="360"/>
          </a:xfrm>
        </p:grpSpPr>
        <p:cxnSp>
          <p:nvCxnSpPr>
            <p:cNvPr id="121" name="Straight Connector 23"/>
            <p:cNvCxnSpPr/>
            <p:nvPr/>
          </p:nvCxnSpPr>
          <p:spPr>
            <a:xfrm>
              <a:off x="-11880" y="3044880"/>
              <a:ext cx="3060720" cy="360"/>
            </a:xfrm>
            <a:prstGeom prst="straightConnector1">
              <a:avLst/>
            </a:prstGeom>
            <a:ln w="57150">
              <a:solidFill>
                <a:srgbClr val="ede9e6"/>
              </a:solidFill>
            </a:ln>
          </p:spPr>
        </p:cxnSp>
        <p:cxnSp>
          <p:nvCxnSpPr>
            <p:cNvPr id="122" name="Straight Connector 24"/>
            <p:cNvCxnSpPr/>
            <p:nvPr/>
          </p:nvCxnSpPr>
          <p:spPr>
            <a:xfrm flipV="1">
              <a:off x="3050280" y="3044880"/>
              <a:ext cx="1217160" cy="720"/>
            </a:xfrm>
            <a:prstGeom prst="straightConnector1">
              <a:avLst/>
            </a:prstGeom>
            <a:ln w="57150">
              <a:solidFill>
                <a:srgbClr val="3b4546"/>
              </a:solidFill>
            </a:ln>
          </p:spPr>
        </p:cxn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Rectangle 15"/>
          <p:cNvSpPr/>
          <p:nvPr/>
        </p:nvSpPr>
        <p:spPr>
          <a:xfrm>
            <a:off x="3962520" y="720"/>
            <a:ext cx="8271360" cy="68569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24" name="PlaceHolder 1"/>
          <p:cNvSpPr>
            <a:spLocks noGrp="1"/>
          </p:cNvSpPr>
          <p:nvPr>
            <p:ph type="ftr" idx="29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&lt;footer&gt;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 type="sldNum" idx="30"/>
          </p:nvPr>
        </p:nvSpPr>
        <p:spPr>
          <a:xfrm>
            <a:off x="10122480" y="301680"/>
            <a:ext cx="167292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lt1"/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2EB50F-B6FB-4F08-B062-C4EFBBDF2A90}" type="slidenum">
              <a:rPr b="0" lang="en-US" sz="1200" spc="-1" strike="noStrike">
                <a:solidFill>
                  <a:schemeClr val="lt1"/>
                </a:solidFill>
                <a:latin typeface="Arial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 type="title"/>
          </p:nvPr>
        </p:nvSpPr>
        <p:spPr>
          <a:xfrm>
            <a:off x="667440" y="139896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4"/>
                </a:solidFill>
                <a:latin typeface="Arial"/>
              </a:rPr>
              <a:t>Click to edit Master title style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 type="body"/>
          </p:nvPr>
        </p:nvSpPr>
        <p:spPr>
          <a:xfrm>
            <a:off x="6245280" y="135324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accent5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 type="body"/>
          </p:nvPr>
        </p:nvSpPr>
        <p:spPr>
          <a:xfrm>
            <a:off x="6245280" y="3502080"/>
            <a:ext cx="4827600" cy="49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chemeClr val="accent5"/>
                </a:solidFill>
                <a:latin typeface="Arial"/>
              </a:rPr>
              <a:t>Click to edit Master text styles</a:t>
            </a:r>
            <a:endParaRPr b="0" lang="en-PK" sz="22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29" name="PlaceHolder 6"/>
          <p:cNvSpPr>
            <a:spLocks noGrp="1"/>
          </p:cNvSpPr>
          <p:nvPr>
            <p:ph type="body"/>
          </p:nvPr>
        </p:nvSpPr>
        <p:spPr>
          <a:xfrm>
            <a:off x="5970960" y="179208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sp>
        <p:nvSpPr>
          <p:cNvPr id="130" name="PlaceHolder 7"/>
          <p:cNvSpPr>
            <a:spLocks noGrp="1"/>
          </p:cNvSpPr>
          <p:nvPr>
            <p:ph type="body"/>
          </p:nvPr>
        </p:nvSpPr>
        <p:spPr>
          <a:xfrm>
            <a:off x="5970960" y="394092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Click to edit Master text styles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1" marL="68580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Second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2" marL="114300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Third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lvl="3" marL="1600200" indent="-283320" defTabSz="914400">
              <a:lnSpc>
                <a:spcPct val="150000"/>
              </a:lnSpc>
              <a:buClr>
                <a:srgbClr val="ede9e6"/>
              </a:buClr>
              <a:buFont typeface="Arial"/>
              <a:buChar char="•"/>
            </a:pPr>
            <a:r>
              <a:rPr b="0" lang="en-US" sz="1600" spc="-1" strike="noStrike">
                <a:solidFill>
                  <a:schemeClr val="accent5"/>
                </a:solidFill>
                <a:latin typeface="Arial"/>
              </a:rPr>
              <a:t>Fourth level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grpSp>
        <p:nvGrpSpPr>
          <p:cNvPr id="131" name="Group 16"/>
          <p:cNvGrpSpPr/>
          <p:nvPr/>
        </p:nvGrpSpPr>
        <p:grpSpPr>
          <a:xfrm>
            <a:off x="-28080" y="2514600"/>
            <a:ext cx="5666400" cy="0"/>
            <a:chOff x="-28080" y="2514600"/>
            <a:chExt cx="5666400" cy="0"/>
          </a:xfrm>
        </p:grpSpPr>
        <p:cxnSp>
          <p:nvCxnSpPr>
            <p:cNvPr id="132" name="Straight Connector 23"/>
            <p:cNvCxnSpPr/>
            <p:nvPr/>
          </p:nvCxnSpPr>
          <p:spPr>
            <a:xfrm>
              <a:off x="-28080" y="2514600"/>
              <a:ext cx="3991320" cy="360"/>
            </a:xfrm>
            <a:prstGeom prst="straightConnector1">
              <a:avLst/>
            </a:prstGeom>
            <a:ln w="57150">
              <a:solidFill>
                <a:srgbClr val="be937e"/>
              </a:solidFill>
            </a:ln>
          </p:spPr>
        </p:cxnSp>
        <p:cxnSp>
          <p:nvCxnSpPr>
            <p:cNvPr id="133" name="Straight Connector 24"/>
            <p:cNvCxnSpPr/>
            <p:nvPr/>
          </p:nvCxnSpPr>
          <p:spPr>
            <a:xfrm>
              <a:off x="3961800" y="2514600"/>
              <a:ext cx="1676880" cy="360"/>
            </a:xfrm>
            <a:prstGeom prst="straightConnector1">
              <a:avLst/>
            </a:prstGeom>
            <a:ln w="57150">
              <a:solidFill>
                <a:srgbClr val="ede9e6"/>
              </a:solidFill>
            </a:ln>
          </p:spPr>
        </p:cxnSp>
      </p:grp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2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1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slideLayout" Target="../slideLayouts/slideLayout16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1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dk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2377080" y="194760"/>
            <a:ext cx="6995160" cy="334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4800" spc="-1" strike="noStrike" cap="all">
                <a:solidFill>
                  <a:schemeClr val="lt1"/>
                </a:solidFill>
                <a:latin typeface="Times New Roman"/>
              </a:rPr>
              <a:t>Silentvault – a password  based zero  knowledge file  server</a:t>
            </a:r>
            <a:endParaRPr b="0" lang="en-PK" sz="48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41" name="Picture 3" descr=""/>
          <p:cNvPicPr/>
          <p:nvPr/>
        </p:nvPicPr>
        <p:blipFill>
          <a:blip r:embed="rId1"/>
          <a:stretch/>
        </p:blipFill>
        <p:spPr>
          <a:xfrm>
            <a:off x="9591120" y="75240"/>
            <a:ext cx="1979280" cy="2063160"/>
          </a:xfrm>
          <a:prstGeom prst="rect">
            <a:avLst/>
          </a:prstGeom>
          <a:ln w="0">
            <a:noFill/>
          </a:ln>
        </p:spPr>
      </p:pic>
      <p:pic>
        <p:nvPicPr>
          <p:cNvPr id="142" name="Picture 6" descr=""/>
          <p:cNvPicPr/>
          <p:nvPr/>
        </p:nvPicPr>
        <p:blipFill>
          <a:blip r:embed="rId2"/>
          <a:stretch/>
        </p:blipFill>
        <p:spPr>
          <a:xfrm>
            <a:off x="198000" y="75240"/>
            <a:ext cx="2307600" cy="2307600"/>
          </a:xfrm>
          <a:prstGeom prst="rect">
            <a:avLst/>
          </a:prstGeom>
          <a:ln w="0">
            <a:noFill/>
          </a:ln>
        </p:spPr>
      </p:pic>
      <p:sp>
        <p:nvSpPr>
          <p:cNvPr id="143" name="TextBox 7"/>
          <p:cNvSpPr/>
          <p:nvPr/>
        </p:nvSpPr>
        <p:spPr>
          <a:xfrm>
            <a:off x="8185680" y="4073040"/>
            <a:ext cx="356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Times New Roman"/>
              </a:rPr>
              <a:t>Author: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Times New Roman"/>
              </a:rPr>
              <a:t>Std. Sgt. Codreanu Andrei-Daniel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>
            <a:lumMod val="90000"/>
          </a:scheme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2295000" y="1463040"/>
            <a:ext cx="7497720" cy="70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Table of contents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45" name="TextBox 4"/>
          <p:cNvSpPr/>
          <p:nvPr/>
        </p:nvSpPr>
        <p:spPr>
          <a:xfrm>
            <a:off x="4026960" y="3147480"/>
            <a:ext cx="528696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99960" indent="-399960" algn="just" defTabSz="914400">
              <a:lnSpc>
                <a:spcPct val="100000"/>
              </a:lnSpc>
              <a:buClr>
                <a:srgbClr val="000000"/>
              </a:buClr>
              <a:buFont typeface="Arial"/>
              <a:buAutoNum type="romanLcPeriod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Introduction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399960" indent="-399960" algn="just" defTabSz="914400">
              <a:lnSpc>
                <a:spcPct val="100000"/>
              </a:lnSpc>
              <a:buClr>
                <a:srgbClr val="000000"/>
              </a:buClr>
              <a:buFont typeface="Arial"/>
              <a:buAutoNum type="romanLcPeriod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SilentVault’s architecture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399960" indent="-399960" algn="just" defTabSz="914400">
              <a:lnSpc>
                <a:spcPct val="100000"/>
              </a:lnSpc>
              <a:buClr>
                <a:srgbClr val="000000"/>
              </a:buClr>
              <a:buFont typeface="Arial"/>
              <a:buAutoNum type="romanLcPeriod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Comparison to classical authentication methods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399960" indent="-399960" algn="just" defTabSz="914400">
              <a:lnSpc>
                <a:spcPct val="100000"/>
              </a:lnSpc>
              <a:buClr>
                <a:srgbClr val="000000"/>
              </a:buClr>
              <a:buFont typeface="Arial"/>
              <a:buAutoNum type="romanLcPeriod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The math behind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399960" indent="-399960" algn="just" defTabSz="914400">
              <a:lnSpc>
                <a:spcPct val="100000"/>
              </a:lnSpc>
              <a:buClr>
                <a:srgbClr val="000000"/>
              </a:buClr>
              <a:buFont typeface="Arial"/>
              <a:buAutoNum type="romanLcPeriod"/>
            </a:pPr>
            <a:r>
              <a:rPr b="0" lang="en-US" sz="1800" spc="-1" strike="noStrike">
                <a:solidFill>
                  <a:schemeClr val="dk1"/>
                </a:solidFill>
                <a:latin typeface="Arial"/>
              </a:rPr>
              <a:t>Wireshark-captured traffic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ftr" idx="34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47" name="Picture 8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48" name="Picture 9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5656FF6-E0DA-4608-93C7-DB4B96AEC606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559440" y="1167840"/>
            <a:ext cx="1051524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1. Introduction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ftr" idx="35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1" name="Picture 3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52" name="Picture 6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153" name="TextBox 9"/>
          <p:cNvSpPr/>
          <p:nvPr/>
        </p:nvSpPr>
        <p:spPr>
          <a:xfrm>
            <a:off x="1653120" y="2681640"/>
            <a:ext cx="9108360" cy="277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A file server is a client-server storage system where clients store their data ‘in the cloud’;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Clients’ data are considered sensitive information; thus, it needs to be protected from malicious entities;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From a Cryptographic POV, “Zero Knowledge” refers to information regarding each client that is available to the server, zero being the preferred value;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The server acts only as an ‘untrusted’ worker.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AF703DFC-1578-4DD8-AF82-03DB451A9007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3360" y="1463040"/>
            <a:ext cx="1051524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/>
                </a:solidFill>
                <a:latin typeface="Arial"/>
              </a:rPr>
              <a:t>2. Silentvault’s architecture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36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5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5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399120" y="3679560"/>
            <a:ext cx="475452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Client module – responsible for authentication and file requests (</a:t>
            </a:r>
            <a:r>
              <a:rPr b="0" i="1" lang="en-US" sz="1600" spc="-1" strike="noStrike">
                <a:solidFill>
                  <a:schemeClr val="dk2"/>
                </a:solidFill>
                <a:latin typeface="Times New Roman"/>
              </a:rPr>
              <a:t>i.e. </a:t>
            </a: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upload, download, checking and deletion). Is considered a semi-reliable environment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Server module – manages sessions and storage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CryptoService – implements a Schnorr-like protocol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Payload and resolver layers for protocol abstraction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Communication is made over a secure TLS channel</a:t>
            </a:r>
            <a:endParaRPr b="0" lang="en-PK" sz="1600" spc="-1" strike="noStrike">
              <a:solidFill>
                <a:schemeClr val="dk2"/>
              </a:solidFill>
              <a:latin typeface="Arial"/>
            </a:endParaRPr>
          </a:p>
        </p:txBody>
      </p:sp>
      <p:pic>
        <p:nvPicPr>
          <p:cNvPr id="157" name="Picture 2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58" name="Picture 5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159" name="TextBox 6"/>
          <p:cNvSpPr/>
          <p:nvPr/>
        </p:nvSpPr>
        <p:spPr>
          <a:xfrm>
            <a:off x="765000" y="3033360"/>
            <a:ext cx="10022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Times New Roman"/>
              </a:rPr>
              <a:t>SilentVault has been created only as a proof of concept for zero-knowledge password base authentication. Thus, the application’s architecture is minimal and main components include: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itle 1"/>
          <p:cNvSpPr/>
          <p:nvPr/>
        </p:nvSpPr>
        <p:spPr>
          <a:xfrm>
            <a:off x="756000" y="1615320"/>
            <a:ext cx="10515240" cy="5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r" defTabSz="914400">
              <a:lnSpc>
                <a:spcPct val="80000"/>
              </a:lnSpc>
            </a:pPr>
            <a:r>
              <a:rPr b="0" lang="en-US" sz="2500" spc="-1" strike="noStrike" cap="all">
                <a:solidFill>
                  <a:schemeClr val="accent5"/>
                </a:solidFill>
                <a:latin typeface="Arial"/>
              </a:rPr>
              <a:t>Overview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42ABD936-BEF5-4EB7-815E-122A697F90A3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3360" y="1463040"/>
            <a:ext cx="1051524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/>
                </a:solidFill>
                <a:latin typeface="Arial"/>
              </a:rPr>
              <a:t>2. Silentvault’s architecture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ftr" idx="37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accent5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accent5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3" name="Picture 2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64" name="Picture 5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165" name="Title 1"/>
          <p:cNvSpPr/>
          <p:nvPr/>
        </p:nvSpPr>
        <p:spPr>
          <a:xfrm>
            <a:off x="756000" y="1615320"/>
            <a:ext cx="10515240" cy="5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r" defTabSz="914400">
              <a:lnSpc>
                <a:spcPct val="80000"/>
              </a:lnSpc>
            </a:pPr>
            <a:r>
              <a:rPr b="0" lang="en-US" sz="2500" spc="-1" strike="noStrike" cap="all">
                <a:solidFill>
                  <a:schemeClr val="accent5"/>
                </a:solidFill>
                <a:latin typeface="Arial"/>
              </a:rPr>
              <a:t>Functionalities &amp;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  <a:p>
            <a:pPr algn="r" defTabSz="914400">
              <a:lnSpc>
                <a:spcPct val="80000"/>
              </a:lnSpc>
            </a:pPr>
            <a:r>
              <a:rPr b="0" lang="en-US" sz="2500" spc="-1" strike="noStrike" cap="all">
                <a:solidFill>
                  <a:schemeClr val="accent5"/>
                </a:solidFill>
                <a:latin typeface="Arial"/>
              </a:rPr>
              <a:t>responsibilities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Placeholder 3"/>
          <p:cNvSpPr/>
          <p:nvPr/>
        </p:nvSpPr>
        <p:spPr>
          <a:xfrm>
            <a:off x="734040" y="3429000"/>
            <a:ext cx="4754520" cy="168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1316880" algn="just"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Functionalities: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Clients can upload files to the server, download previously uploaded files, check a list of all their files on the server and demand the server to delete a file;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The Server manages users’ files and public data and implement a minimal CLI with logging capabilities.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Placeholder 3"/>
          <p:cNvSpPr/>
          <p:nvPr/>
        </p:nvSpPr>
        <p:spPr>
          <a:xfrm>
            <a:off x="6364080" y="3429000"/>
            <a:ext cx="4754520" cy="168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	</a:t>
            </a: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            </a:t>
            </a: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Responsibilities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Clients execute the mathematical equations for authentication;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Clients manage the encryption of the files about to be uploaded.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83320" indent="-283320" algn="just" defTabSz="914400">
              <a:lnSpc>
                <a:spcPct val="150000"/>
              </a:lnSpc>
              <a:buClr>
                <a:srgbClr val="3b4546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600" spc="-1" strike="noStrike">
                <a:solidFill>
                  <a:schemeClr val="dk2"/>
                </a:solidFill>
                <a:latin typeface="Times New Roman"/>
              </a:rPr>
              <a:t>The Server acts as a ‘worker’ for the client. It cannot validate passwords or initiate authentications on behalf of any client.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C5D94123-EE1D-4A7D-98AF-25763D1E8642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6880" y="964800"/>
            <a:ext cx="1079100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3. Comparison  to  classical authentication  methods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ftr" idx="38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0" name="Picture 3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71" name="Picture 6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172" name="TextBox 9"/>
          <p:cNvSpPr/>
          <p:nvPr/>
        </p:nvSpPr>
        <p:spPr>
          <a:xfrm>
            <a:off x="1653120" y="2681640"/>
            <a:ext cx="9108360" cy="246168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Arial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D78FEC9F-86BF-4476-A89A-8EC48C61943D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506880" y="964800"/>
            <a:ext cx="1079100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3. Comparison  to  classical authentication  methods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ftr" idx="39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75" name="Picture 3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76" name="Picture 6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177" name="TextBox 9"/>
          <p:cNvSpPr/>
          <p:nvPr/>
        </p:nvSpPr>
        <p:spPr>
          <a:xfrm>
            <a:off x="1653120" y="2681640"/>
            <a:ext cx="9108360" cy="243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Zero Knowledge Approach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Only public values are stored – a compromised server reveals data with no practical value for authentication.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Authentication is achieved using a protocol in which a client proves their knowledge of the secret without revealing it.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Each authentication is unique and user validation cannot be verified offline.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200" spc="-1" strike="noStrike">
                <a:solidFill>
                  <a:schemeClr val="dk1"/>
                </a:solidFill>
                <a:latin typeface="Times New Roman"/>
              </a:rPr>
              <a:t>Secret data cannot be harvested – reduces the risk of a chain reaction.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A266CA29-0374-4591-AC55-DC64E20863B5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6880" y="964800"/>
            <a:ext cx="10791000" cy="574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3. Comparison  to  classical authentication  methods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ftr" idx="40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0" name="Picture 3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81" name="Picture 6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82" name="Table 2"/>
          <p:cNvGraphicFramePr/>
          <p:nvPr/>
        </p:nvGraphicFramePr>
        <p:xfrm>
          <a:off x="2143440" y="2277720"/>
          <a:ext cx="8127720" cy="3708000"/>
        </p:xfrm>
        <a:graphic>
          <a:graphicData uri="http://schemas.openxmlformats.org/drawingml/2006/table">
            <a:tbl>
              <a:tblPr/>
              <a:tblGrid>
                <a:gridCol w="2709000"/>
                <a:gridCol w="2709000"/>
                <a:gridCol w="27090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Property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Classical Auth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Zero Knowledge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Password Exposure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Indirect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None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Reusable Verifier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Yes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No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Offline Attack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Yes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No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Replay Attack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Possible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Impossible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Server Compromise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Critical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Limited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TLS Dependency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Yes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No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Complexity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Low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High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Message Count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Low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High (interactive)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2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Computational Cost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Low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chemeClr val="dk1">
                              <a:lumMod val="65000"/>
                              <a:lumOff val="35000"/>
                            </a:schemeClr>
                          </a:solidFill>
                          <a:latin typeface="Arial"/>
                        </a:rPr>
                        <a:t>High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5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5DE2B066-4FE2-48F9-BD3B-D5D74BC69394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87840" y="1252800"/>
            <a:ext cx="579384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4. The math behind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41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5" name="Picture 6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86" name="Picture 7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187" name="TextBox 16"/>
          <p:cNvSpPr/>
          <p:nvPr/>
        </p:nvSpPr>
        <p:spPr>
          <a:xfrm>
            <a:off x="4249440" y="560520"/>
            <a:ext cx="7314840" cy="23749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Arial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2"/>
          <p:cNvSpPr/>
          <p:nvPr/>
        </p:nvSpPr>
        <p:spPr>
          <a:xfrm>
            <a:off x="4249440" y="2647440"/>
            <a:ext cx="7314840" cy="3735720"/>
          </a:xfrm>
          <a:prstGeom prst="rect">
            <a:avLst/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Arial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FEA34EDA-F9B6-4295-A27F-F96D1A3FB847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87840" y="1252800"/>
            <a:ext cx="579384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dk2"/>
                </a:solidFill>
                <a:latin typeface="Arial"/>
              </a:rPr>
              <a:t>4. The math behind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 type="ftr" idx="42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1" name="Picture 6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92" name="Picture 7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sp>
        <p:nvSpPr>
          <p:cNvPr id="193" name="TextBox 16"/>
          <p:cNvSpPr/>
          <p:nvPr/>
        </p:nvSpPr>
        <p:spPr>
          <a:xfrm>
            <a:off x="4249440" y="1488600"/>
            <a:ext cx="7314840" cy="424692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rgbClr val="ffffff">
                    <a:alpha val="1000"/>
                  </a:srgbClr>
                </a:solidFill>
                <a:latin typeface="Arial"/>
              </a:rPr>
              <a:t> 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itle 1"/>
          <p:cNvSpPr/>
          <p:nvPr/>
        </p:nvSpPr>
        <p:spPr>
          <a:xfrm>
            <a:off x="87840" y="3232080"/>
            <a:ext cx="4035240" cy="168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defTabSz="914400">
              <a:lnSpc>
                <a:spcPct val="80000"/>
              </a:lnSpc>
            </a:pPr>
            <a:r>
              <a:rPr b="0" lang="en-US" sz="3500" spc="-1" strike="noStrike" cap="all">
                <a:solidFill>
                  <a:schemeClr val="dk2"/>
                </a:solidFill>
                <a:latin typeface="Arial"/>
              </a:rPr>
              <a:t>Security properties</a:t>
            </a:r>
            <a:endParaRPr b="0" lang="en-US" sz="3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604ECCC0-F348-4E67-8AF9-5407125DB6E2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7120" y="134640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>
                    <a:lumMod val="50000"/>
                  </a:schemeClr>
                </a:solidFill>
                <a:latin typeface="Arial"/>
              </a:rPr>
              <a:t>5. Wireshark captured traffic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ftr" idx="43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7" name="Picture 2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198" name="Picture 3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pic>
        <p:nvPicPr>
          <p:cNvPr id="199" name="Picture 5" descr=""/>
          <p:cNvPicPr/>
          <p:nvPr/>
        </p:nvPicPr>
        <p:blipFill>
          <a:blip r:embed="rId3"/>
          <a:stretch/>
        </p:blipFill>
        <p:spPr>
          <a:xfrm>
            <a:off x="4848840" y="576000"/>
            <a:ext cx="6362280" cy="5914800"/>
          </a:xfrm>
          <a:prstGeom prst="rect">
            <a:avLst/>
          </a:prstGeom>
          <a:ln w="0">
            <a:noFill/>
          </a:ln>
        </p:spPr>
      </p:pic>
      <p:pic>
        <p:nvPicPr>
          <p:cNvPr id="200" name="Picture 9" descr=""/>
          <p:cNvPicPr/>
          <p:nvPr/>
        </p:nvPicPr>
        <p:blipFill>
          <a:blip r:embed="rId4"/>
          <a:stretch/>
        </p:blipFill>
        <p:spPr>
          <a:xfrm>
            <a:off x="690840" y="3446640"/>
            <a:ext cx="2571840" cy="28004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5E5B01BC-A6BA-4972-BA91-7260CE7B3EF1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87120" y="134640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>
                    <a:lumMod val="50000"/>
                  </a:schemeClr>
                </a:solidFill>
                <a:latin typeface="Arial"/>
              </a:rPr>
              <a:t>5. Wireshark captured traffic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ftr" idx="44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03" name="Picture 2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204" name="Picture 3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pic>
        <p:nvPicPr>
          <p:cNvPr id="205" name="Picture 9" descr=""/>
          <p:cNvPicPr/>
          <p:nvPr/>
        </p:nvPicPr>
        <p:blipFill>
          <a:blip r:embed="rId3"/>
          <a:stretch/>
        </p:blipFill>
        <p:spPr>
          <a:xfrm>
            <a:off x="690840" y="3446640"/>
            <a:ext cx="2571840" cy="2800440"/>
          </a:xfrm>
          <a:prstGeom prst="rect">
            <a:avLst/>
          </a:prstGeom>
          <a:ln w="0">
            <a:noFill/>
          </a:ln>
        </p:spPr>
      </p:pic>
      <p:pic>
        <p:nvPicPr>
          <p:cNvPr id="206" name="Picture 6" descr=""/>
          <p:cNvPicPr/>
          <p:nvPr/>
        </p:nvPicPr>
        <p:blipFill>
          <a:blip r:embed="rId4"/>
          <a:stretch/>
        </p:blipFill>
        <p:spPr>
          <a:xfrm>
            <a:off x="4655520" y="916560"/>
            <a:ext cx="6428880" cy="44953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38D65D2E-F5A6-4161-8E32-7F88F186425D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87120" y="134640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>
                    <a:lumMod val="50000"/>
                  </a:schemeClr>
                </a:solidFill>
                <a:latin typeface="Arial"/>
              </a:rPr>
              <a:t>5. Wireshark captured traffic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ftr" idx="45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09" name="Picture 2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210" name="Picture 3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pic>
        <p:nvPicPr>
          <p:cNvPr id="211" name="Picture 9" descr=""/>
          <p:cNvPicPr/>
          <p:nvPr/>
        </p:nvPicPr>
        <p:blipFill>
          <a:blip r:embed="rId3"/>
          <a:stretch/>
        </p:blipFill>
        <p:spPr>
          <a:xfrm>
            <a:off x="690840" y="3446640"/>
            <a:ext cx="2571840" cy="2800440"/>
          </a:xfrm>
          <a:prstGeom prst="rect">
            <a:avLst/>
          </a:prstGeom>
          <a:ln w="0">
            <a:noFill/>
          </a:ln>
        </p:spPr>
      </p:pic>
      <p:pic>
        <p:nvPicPr>
          <p:cNvPr id="212" name="Picture 14" descr=""/>
          <p:cNvPicPr/>
          <p:nvPr/>
        </p:nvPicPr>
        <p:blipFill>
          <a:blip r:embed="rId4"/>
          <a:stretch/>
        </p:blipFill>
        <p:spPr>
          <a:xfrm>
            <a:off x="5550480" y="1854360"/>
            <a:ext cx="4571640" cy="2761920"/>
          </a:xfrm>
          <a:prstGeom prst="rect">
            <a:avLst/>
          </a:prstGeom>
          <a:ln w="0">
            <a:noFill/>
          </a:ln>
        </p:spPr>
      </p:pic>
      <p:sp>
        <p:nvSpPr>
          <p:cNvPr id="213" name="TextBox 19"/>
          <p:cNvSpPr/>
          <p:nvPr/>
        </p:nvSpPr>
        <p:spPr>
          <a:xfrm>
            <a:off x="6162120" y="1145160"/>
            <a:ext cx="356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Times New Roman"/>
              </a:rPr>
              <a:t>Payload Header for sending salt and public to server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41026B3-AB05-41E0-A26F-74D4506A5EBB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87120" y="134640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>
                    <a:lumMod val="50000"/>
                  </a:schemeClr>
                </a:solidFill>
                <a:latin typeface="Arial"/>
              </a:rPr>
              <a:t>5. Wireshark captured traffic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ftr" idx="46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16" name="Picture 2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217" name="Picture 3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pic>
        <p:nvPicPr>
          <p:cNvPr id="218" name="Picture 9" descr=""/>
          <p:cNvPicPr/>
          <p:nvPr/>
        </p:nvPicPr>
        <p:blipFill>
          <a:blip r:embed="rId3"/>
          <a:stretch/>
        </p:blipFill>
        <p:spPr>
          <a:xfrm>
            <a:off x="690840" y="3446640"/>
            <a:ext cx="2571840" cy="2800440"/>
          </a:xfrm>
          <a:prstGeom prst="rect">
            <a:avLst/>
          </a:prstGeom>
          <a:ln w="0">
            <a:noFill/>
          </a:ln>
        </p:spPr>
      </p:pic>
      <p:pic>
        <p:nvPicPr>
          <p:cNvPr id="219" name="Picture 18" descr=""/>
          <p:cNvPicPr/>
          <p:nvPr/>
        </p:nvPicPr>
        <p:blipFill>
          <a:blip r:embed="rId4"/>
          <a:stretch/>
        </p:blipFill>
        <p:spPr>
          <a:xfrm>
            <a:off x="5797440" y="2220840"/>
            <a:ext cx="4571640" cy="1999800"/>
          </a:xfrm>
          <a:prstGeom prst="rect">
            <a:avLst/>
          </a:prstGeom>
          <a:ln w="0">
            <a:noFill/>
          </a:ln>
        </p:spPr>
      </p:pic>
      <p:sp>
        <p:nvSpPr>
          <p:cNvPr id="220" name="TextBox 5"/>
          <p:cNvSpPr/>
          <p:nvPr/>
        </p:nvSpPr>
        <p:spPr>
          <a:xfrm>
            <a:off x="6365520" y="1346400"/>
            <a:ext cx="356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Times New Roman"/>
              </a:rPr>
              <a:t>Payload Header for getting a challenge from the server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780C6D89-2ABE-49EB-BC73-6B1BAD76EF61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87120" y="1346400"/>
            <a:ext cx="4845960" cy="168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5000" spc="-1" strike="noStrike" cap="all">
                <a:solidFill>
                  <a:schemeClr val="accent5">
                    <a:lumMod val="50000"/>
                  </a:schemeClr>
                </a:solidFill>
                <a:latin typeface="Arial"/>
              </a:rPr>
              <a:t>5. Wireshark captured traffic</a:t>
            </a:r>
            <a:endParaRPr b="0" lang="en-PK" sz="5000" spc="-1" strike="noStrike">
              <a:solidFill>
                <a:schemeClr val="dk1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ftr" idx="47"/>
          </p:nvPr>
        </p:nvSpPr>
        <p:spPr>
          <a:xfrm>
            <a:off x="411480" y="301680"/>
            <a:ext cx="1828440" cy="27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2"/>
                </a:solidFill>
                <a:latin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2"/>
                </a:solidFill>
                <a:latin typeface="Arial"/>
              </a:rPr>
              <a:t>SilentVault – A Password Based Zero Knowledge File Server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3" name="Picture 2" descr=""/>
          <p:cNvPicPr/>
          <p:nvPr/>
        </p:nvPicPr>
        <p:blipFill>
          <a:blip r:embed="rId1"/>
          <a:stretch/>
        </p:blipFill>
        <p:spPr>
          <a:xfrm>
            <a:off x="2240280" y="-8640"/>
            <a:ext cx="942120" cy="982080"/>
          </a:xfrm>
          <a:prstGeom prst="rect">
            <a:avLst/>
          </a:prstGeom>
          <a:ln w="0">
            <a:noFill/>
          </a:ln>
        </p:spPr>
      </p:pic>
      <p:pic>
        <p:nvPicPr>
          <p:cNvPr id="224" name="Picture 3" descr=""/>
          <p:cNvPicPr/>
          <p:nvPr/>
        </p:nvPicPr>
        <p:blipFill>
          <a:blip r:embed="rId2"/>
          <a:stretch/>
        </p:blipFill>
        <p:spPr>
          <a:xfrm>
            <a:off x="3111480" y="7200"/>
            <a:ext cx="1137600" cy="1137600"/>
          </a:xfrm>
          <a:prstGeom prst="rect">
            <a:avLst/>
          </a:prstGeom>
          <a:ln w="0">
            <a:noFill/>
          </a:ln>
        </p:spPr>
      </p:pic>
      <p:pic>
        <p:nvPicPr>
          <p:cNvPr id="225" name="Picture 9" descr=""/>
          <p:cNvPicPr/>
          <p:nvPr/>
        </p:nvPicPr>
        <p:blipFill>
          <a:blip r:embed="rId3"/>
          <a:stretch/>
        </p:blipFill>
        <p:spPr>
          <a:xfrm>
            <a:off x="690840" y="3446640"/>
            <a:ext cx="2571840" cy="2800440"/>
          </a:xfrm>
          <a:prstGeom prst="rect">
            <a:avLst/>
          </a:prstGeom>
          <a:ln w="0">
            <a:noFill/>
          </a:ln>
        </p:spPr>
      </p:pic>
      <p:sp>
        <p:nvSpPr>
          <p:cNvPr id="226" name="TextBox 5"/>
          <p:cNvSpPr/>
          <p:nvPr/>
        </p:nvSpPr>
        <p:spPr>
          <a:xfrm>
            <a:off x="6179400" y="498600"/>
            <a:ext cx="3560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Times New Roman"/>
              </a:rPr>
              <a:t>Payload Header for sending the challenge response to the server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Picture 6" descr=""/>
          <p:cNvPicPr/>
          <p:nvPr/>
        </p:nvPicPr>
        <p:blipFill>
          <a:blip r:embed="rId4"/>
          <a:stretch/>
        </p:blipFill>
        <p:spPr>
          <a:xfrm>
            <a:off x="5626440" y="1271160"/>
            <a:ext cx="4667040" cy="44762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59FA995-7218-4C01-A35C-5B3BBFC0CA76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 3" descr=""/>
          <p:cNvPicPr/>
          <p:nvPr/>
        </p:nvPicPr>
        <p:blipFill>
          <a:blip r:embed="rId1"/>
          <a:stretch/>
        </p:blipFill>
        <p:spPr>
          <a:xfrm>
            <a:off x="9591120" y="75240"/>
            <a:ext cx="1979280" cy="206316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6" descr=""/>
          <p:cNvPicPr/>
          <p:nvPr/>
        </p:nvPicPr>
        <p:blipFill>
          <a:blip r:embed="rId2"/>
          <a:stretch/>
        </p:blipFill>
        <p:spPr>
          <a:xfrm>
            <a:off x="198000" y="75240"/>
            <a:ext cx="2307600" cy="2307600"/>
          </a:xfrm>
          <a:prstGeom prst="rect">
            <a:avLst/>
          </a:prstGeom>
          <a:ln w="0">
            <a:noFill/>
          </a:ln>
        </p:spPr>
      </p:pic>
      <p:sp>
        <p:nvSpPr>
          <p:cNvPr id="230" name="TextBox 4"/>
          <p:cNvSpPr/>
          <p:nvPr/>
        </p:nvSpPr>
        <p:spPr>
          <a:xfrm>
            <a:off x="2209680" y="4775400"/>
            <a:ext cx="9055800" cy="57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3200" spc="-1" strike="noStrike">
                <a:solidFill>
                  <a:schemeClr val="lt1"/>
                </a:solidFill>
                <a:latin typeface="Times New Roman"/>
              </a:rPr>
              <a:t>https://www.github.com/RexGloriae/SilentVault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5841360" y="1889280"/>
            <a:ext cx="5808240" cy="288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80000"/>
              </a:lnSpc>
              <a:buNone/>
            </a:pPr>
            <a:r>
              <a:rPr b="0" lang="en-US" sz="3600" spc="-1" strike="noStrike" cap="all">
                <a:solidFill>
                  <a:schemeClr val="lt1"/>
                </a:solidFill>
                <a:latin typeface="Times New Roman"/>
              </a:rPr>
              <a:t>Silentvault – </a:t>
            </a:r>
            <a:br>
              <a:rPr sz="3600"/>
            </a:br>
            <a:r>
              <a:rPr b="0" lang="en-US" sz="3600" spc="-1" strike="noStrike" cap="all">
                <a:solidFill>
                  <a:schemeClr val="lt1"/>
                </a:solidFill>
                <a:latin typeface="Times New Roman"/>
              </a:rPr>
              <a:t>a password  based</a:t>
            </a:r>
            <a:br>
              <a:rPr sz="3600"/>
            </a:br>
            <a:r>
              <a:rPr b="0" lang="en-US" sz="3600" spc="-1" strike="noStrike" cap="all">
                <a:solidFill>
                  <a:schemeClr val="lt1"/>
                </a:solidFill>
                <a:latin typeface="Times New Roman"/>
              </a:rPr>
              <a:t>zero  knowledge</a:t>
            </a:r>
            <a:br>
              <a:rPr sz="3600"/>
            </a:br>
            <a:r>
              <a:rPr b="0" lang="en-US" sz="3600" spc="-1" strike="noStrike" cap="all">
                <a:solidFill>
                  <a:schemeClr val="lt1"/>
                </a:solidFill>
                <a:latin typeface="Times New Roman"/>
              </a:rPr>
              <a:t>file  server</a:t>
            </a:r>
            <a:endParaRPr b="0" lang="en-PK" sz="3600" spc="-1" strike="noStrike">
              <a:solidFill>
                <a:schemeClr val="dk1"/>
              </a:solidFill>
              <a:latin typeface="Arial"/>
            </a:endParaRPr>
          </a:p>
        </p:txBody>
      </p:sp>
      <p:pic>
        <p:nvPicPr>
          <p:cNvPr id="232" name="" descr=""/>
          <p:cNvPicPr/>
          <p:nvPr/>
        </p:nvPicPr>
        <p:blipFill>
          <a:blip r:embed="rId3"/>
          <a:stretch/>
        </p:blipFill>
        <p:spPr>
          <a:xfrm>
            <a:off x="2190960" y="685800"/>
            <a:ext cx="3524040" cy="3524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Custom 10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753f2c"/>
      </a:accent1>
      <a:accent2>
        <a:srgbClr val="637376"/>
      </a:accent2>
      <a:accent3>
        <a:srgbClr val="be937e"/>
      </a:accent3>
      <a:accent4>
        <a:srgbClr val="576853"/>
      </a:accent4>
      <a:accent5>
        <a:srgbClr val="ede9e6"/>
      </a:accent5>
      <a:accent6>
        <a:srgbClr val="d0cdc5"/>
      </a:accent6>
      <a:hlink>
        <a:srgbClr val="4f4f4f"/>
      </a:hlink>
      <a:folHlink>
        <a:srgbClr val="be937e"/>
      </a:folHlink>
    </a:clrScheme>
    <a:fontScheme name="Custom 13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783CE7D-BFC6-4030-A335-E7F88DB664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11F98F7-6576-47F1-AD63-56E26C33974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25B4CAA5-BE7A-46AB-97ED-63B24C46A3A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251</TotalTime>
  <Application>LibreOffice/24.2.7.2$Linux_X86_64 LibreOffice_project/420$Build-2</Application>
  <AppVersion>15.0000</AppVersion>
  <Words>1085</Words>
  <Paragraphs>144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2022-06-28T06:29:45Z</dcterms:created>
  <dc:creator>Andrei Daniel</dc:creator>
  <dc:description/>
  <dc:language>en-US</dc:language>
  <cp:lastModifiedBy/>
  <dcterms:modified xsi:type="dcterms:W3CDTF">2026-04-15T08:28:19Z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6</vt:i4>
  </property>
  <property fmtid="{D5CDD505-2E9C-101B-9397-08002B2CF9AE}" pid="4" name="PresentationFormat">
    <vt:lpwstr>Widescreen</vt:lpwstr>
  </property>
  <property fmtid="{D5CDD505-2E9C-101B-9397-08002B2CF9AE}" pid="5" name="Slides">
    <vt:i4>16</vt:i4>
  </property>
</Properties>
</file>